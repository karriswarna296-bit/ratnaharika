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1" d="100"/>
          <a:sy n="91" d="100"/>
        </p:scale>
        <p:origin x="53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A4DA8-1DCD-472F-ADD8-F167EC2EE6B7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6958B-E2A2-4424-8530-3373AF02C7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8375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A4DA8-1DCD-472F-ADD8-F167EC2EE6B7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6958B-E2A2-4424-8530-3373AF02C7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9097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A4DA8-1DCD-472F-ADD8-F167EC2EE6B7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6958B-E2A2-4424-8530-3373AF02C7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0924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A4DA8-1DCD-472F-ADD8-F167EC2EE6B7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6958B-E2A2-4424-8530-3373AF02C7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5232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A4DA8-1DCD-472F-ADD8-F167EC2EE6B7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6958B-E2A2-4424-8530-3373AF02C7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1328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A4DA8-1DCD-472F-ADD8-F167EC2EE6B7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6958B-E2A2-4424-8530-3373AF02C7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66627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A4DA8-1DCD-472F-ADD8-F167EC2EE6B7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6958B-E2A2-4424-8530-3373AF02C7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4197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A4DA8-1DCD-472F-ADD8-F167EC2EE6B7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6958B-E2A2-4424-8530-3373AF02C7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0644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A4DA8-1DCD-472F-ADD8-F167EC2EE6B7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6958B-E2A2-4424-8530-3373AF02C7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6910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A4DA8-1DCD-472F-ADD8-F167EC2EE6B7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6958B-E2A2-4424-8530-3373AF02C7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5227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A4DA8-1DCD-472F-ADD8-F167EC2EE6B7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6958B-E2A2-4424-8530-3373AF02C7C4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707283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A4DA8-1DCD-472F-ADD8-F167EC2EE6B7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6958B-E2A2-4424-8530-3373AF02C7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90286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A4DA8-1DCD-472F-ADD8-F167EC2EE6B7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6958B-E2A2-4424-8530-3373AF02C7C4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02855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A4DA8-1DCD-472F-ADD8-F167EC2EE6B7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6958B-E2A2-4424-8530-3373AF02C7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52264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A4DA8-1DCD-472F-ADD8-F167EC2EE6B7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6958B-E2A2-4424-8530-3373AF02C7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00037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A4DA8-1DCD-472F-ADD8-F167EC2EE6B7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6958B-E2A2-4424-8530-3373AF02C7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1539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9A4DA8-1DCD-472F-ADD8-F167EC2EE6B7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3BD6958B-E2A2-4424-8530-3373AF02C7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3261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  <p:sldLayoutId id="2147483749" r:id="rId12"/>
    <p:sldLayoutId id="2147483750" r:id="rId13"/>
    <p:sldLayoutId id="2147483751" r:id="rId14"/>
    <p:sldLayoutId id="2147483752" r:id="rId15"/>
    <p:sldLayoutId id="214748375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ARTIFICIAL INTELLIGENCE</a:t>
            </a:r>
            <a:br>
              <a:rPr lang="en-US" dirty="0" smtClean="0"/>
            </a:br>
            <a:r>
              <a:rPr lang="en-US" dirty="0" smtClean="0"/>
              <a:t>VS</a:t>
            </a:r>
            <a:br>
              <a:rPr lang="en-US" dirty="0" smtClean="0"/>
            </a:br>
            <a:r>
              <a:rPr lang="en-US" dirty="0" smtClean="0"/>
              <a:t>HUMAN INTELLIGENCE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0211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AI?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Artificial Intelligence is a data science division that focus on smart machines development.</a:t>
            </a:r>
          </a:p>
          <a:p>
            <a:r>
              <a:rPr lang="en-US" dirty="0" smtClean="0"/>
              <a:t>AI is into disciplinary science that love its principles and methods.</a:t>
            </a:r>
          </a:p>
          <a:p>
            <a:r>
              <a:rPr lang="en-US" dirty="0" smtClean="0"/>
              <a:t>In AI the capability of thinking and learn from various experiences.</a:t>
            </a:r>
          </a:p>
          <a:p>
            <a:r>
              <a:rPr lang="en-US" dirty="0" smtClean="0"/>
              <a:t>AI can also helps in applying logical and reasonable thinking.</a:t>
            </a:r>
          </a:p>
          <a:p>
            <a:endParaRPr lang="en-US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9947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Human Intelligence?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things which are invented or discovered by the human beings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212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Differences between AI and HI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There are 6 major differences between AI and HI.</a:t>
            </a:r>
          </a:p>
          <a:p>
            <a:pPr marL="0" indent="0">
              <a:buNone/>
            </a:pPr>
            <a:r>
              <a:rPr lang="en-US" dirty="0" smtClean="0"/>
              <a:t>      1.NATURE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AI is a machine tool  so the machines have disgust nature.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Human intelligence is about invention of humans so the humans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have </a:t>
            </a:r>
            <a:r>
              <a:rPr lang="en-US" dirty="0" err="1" smtClean="0"/>
              <a:t>algust</a:t>
            </a:r>
            <a:r>
              <a:rPr lang="en-US" dirty="0" smtClean="0"/>
              <a:t> nature.</a:t>
            </a:r>
          </a:p>
          <a:p>
            <a:pPr marL="0" indent="0">
              <a:buNone/>
            </a:pPr>
            <a:r>
              <a:rPr lang="en-US" dirty="0" smtClean="0"/>
              <a:t>      2.SPEED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By using of AI tools passing the information very fast compared 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to human.</a:t>
            </a:r>
          </a:p>
          <a:p>
            <a:pPr marL="0" indent="0">
              <a:buNone/>
            </a:pPr>
            <a:endParaRPr lang="en-IN" dirty="0"/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1198179" y="3195144"/>
            <a:ext cx="2312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1213948" y="3552497"/>
            <a:ext cx="262758" cy="105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V="1">
            <a:off x="1248109" y="4786418"/>
            <a:ext cx="246993" cy="105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2072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               Human can solve math problem in 5 minutes but AI can solve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10 problems in 1 minute.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3.LEARNING POWER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AI can learn from another AI tools.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EX: If user asked some topic from AI tool the topic is not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      available it taken from another AI tool and give it to the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      user.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 It can perform basic tasks very well.</a:t>
            </a:r>
            <a:endParaRPr lang="en-IN" dirty="0"/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1460938" y="2312277"/>
            <a:ext cx="231228" cy="105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1460938" y="3541986"/>
            <a:ext cx="262759" cy="105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V="1">
            <a:off x="1576552" y="5160579"/>
            <a:ext cx="257504" cy="56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9531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              Humans have less learning power compared to machines.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4.MULTITASKING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AI can </a:t>
            </a:r>
            <a:r>
              <a:rPr lang="en-US" dirty="0" err="1" smtClean="0"/>
              <a:t>perforn</a:t>
            </a:r>
            <a:r>
              <a:rPr lang="en-US" dirty="0" smtClean="0"/>
              <a:t> different tasks at a time as a system can only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learn responsibility one at a time.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But human intelligence can’t do multiple works at a time.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5.ADAPTATION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HI is flexible and response to the changes.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This changes makes the people able to learn and master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various skills. </a:t>
            </a:r>
            <a:endParaRPr lang="en-IN" dirty="0"/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1313792" y="2354317"/>
            <a:ext cx="273269" cy="105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1313791" y="3100552"/>
            <a:ext cx="27326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1342695" y="4030004"/>
            <a:ext cx="252248" cy="105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1416267" y="4729654"/>
            <a:ext cx="21020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V="1">
            <a:off x="1403129" y="5171088"/>
            <a:ext cx="236483" cy="105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7517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AI takes much more time to adapt new changes.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6.SOCIAL INTERACTION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Humans are better at social interaction since they can process abstract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</a:t>
            </a:r>
            <a:r>
              <a:rPr lang="en-US" dirty="0" err="1" smtClean="0"/>
              <a:t>informations</a:t>
            </a:r>
            <a:r>
              <a:rPr lang="en-US" dirty="0" smtClean="0"/>
              <a:t> at self awareness and they are sensitive on others emotions.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AI is master ability to take up on social and emotion kills.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IN" dirty="0"/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1156137" y="2322787"/>
            <a:ext cx="273269" cy="210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1156137" y="3153103"/>
            <a:ext cx="27326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1156137" y="3920359"/>
            <a:ext cx="2627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6710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Oval Callout 4"/>
          <p:cNvSpPr/>
          <p:nvPr/>
        </p:nvSpPr>
        <p:spPr>
          <a:xfrm>
            <a:off x="3678619" y="2879834"/>
            <a:ext cx="3069021" cy="2385849"/>
          </a:xfrm>
          <a:prstGeom prst="wedgeEllipse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THANKYOU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704506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58</TotalTime>
  <Words>334</Words>
  <Application>Microsoft Office PowerPoint</Application>
  <PresentationFormat>Widescreen</PresentationFormat>
  <Paragraphs>40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Trebuchet MS</vt:lpstr>
      <vt:lpstr>Wingdings 3</vt:lpstr>
      <vt:lpstr>Facet</vt:lpstr>
      <vt:lpstr>ARTIFICIAL INTELLIGENCE VS HUMAN INTELLIGENCE</vt:lpstr>
      <vt:lpstr>What is AI?</vt:lpstr>
      <vt:lpstr>What is Human Intelligence?</vt:lpstr>
      <vt:lpstr>Differences between AI and HI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INTELLIGENCE VS HUMAN INTELLIGENCE</dc:title>
  <dc:creator>GVPW</dc:creator>
  <cp:lastModifiedBy>GVPW</cp:lastModifiedBy>
  <cp:revision>8</cp:revision>
  <dcterms:created xsi:type="dcterms:W3CDTF">2025-11-24T02:11:20Z</dcterms:created>
  <dcterms:modified xsi:type="dcterms:W3CDTF">2025-11-24T03:09:35Z</dcterms:modified>
</cp:coreProperties>
</file>